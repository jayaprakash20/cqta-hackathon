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94668"/>
  </p:normalViewPr>
  <p:slideViewPr>
    <p:cSldViewPr snapToGrid="0">
      <p:cViewPr varScale="1">
        <p:scale>
          <a:sx n="153" d="100"/>
          <a:sy n="153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46FD-71FA-BBA9-442C-CFAE200BC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A1192-8EFD-CAC4-7A7E-482347215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09A9F-64E2-731D-FC6C-68A91A0B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098EE-6550-B9C7-CB0C-6BBF5EC9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85C5-14C0-1D2F-339A-032F7153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0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40EA-C30A-9C80-145D-A7EBA3C5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0DEF-00E4-8CDB-3022-9E7247A62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D6DC-CC46-6DB6-9931-F59A1CD5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125FE-9893-F3EE-24F1-01B1B6FA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39CA2-40C6-D29E-CAEC-BD974C7B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68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9C9F-4E18-BFB6-F295-0EACEE4E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572F8-2E36-27FC-4D52-097BE0650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9E903-2868-30AB-2807-278DC708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73E75-117F-7418-A60F-1684AB8C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DBE77-56BA-A8F7-C805-F129C7F0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4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6A6B-CD8D-F6F2-C69C-9144D842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49FE4-86EF-B091-5164-83F826FB6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C07E6-8D57-B6FB-B183-60A91AC05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4D758-2DA0-3A80-2FF3-D9BB912C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F6942-585A-2B96-A0D4-DF46E984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C811-B3DC-B794-42A5-F793A7C6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9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DB75-5811-A02E-3754-A5A071E0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0428B-C1AB-F04B-0FC0-E35B458AE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95CDE-DF39-3A07-1E32-7BB514F94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20C0C-A378-C43B-EFA4-24666DF80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3A0C0-6B72-5F57-2B29-EE2E8E400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F0678-27BB-CB2E-8D5B-7EFD1086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225B0-1515-EDE5-81BB-238B1E1A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CD68B-ED38-4675-05D9-5DAB2937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11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2A02-158A-B4FF-C64B-D45447A5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B9F4F-061E-034F-672A-2D2DA9A14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C9E7F-956F-DE26-9564-EA815E11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51917-95DB-E4D1-ADF8-52D0943A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4CF47-5D97-2D5B-6BB5-E8AFAF43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9FFEF-EEA5-886C-72B7-D803E135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FBEEE-98B6-E1B8-2B56-C0EFDDAA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0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4E4C-9089-1FB2-0E9C-1DA7CB7A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90DF-224B-1899-D8CF-95DEB0A6C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0E975-4F04-3CA7-CE0F-D0F1BD20D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663A9-1B9C-3BD5-7C97-698BB6C6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35498-C9A6-B757-DC3A-4EB171AF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230DC-2BE9-E197-0400-36C2766E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2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05C7-749D-69A0-F2D6-D1177AFF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584F8-A45A-FE7B-294C-61E406C1E3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57C1E-83D6-696C-3FA8-EAEB50DAA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20DAC-E01D-7C9E-B705-43332E9C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11F65-CBD2-5891-ACCD-83F58E73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3AEE5-2996-8C32-4DED-C5BAEA63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3EFE9-E470-3106-BFB0-10683AAE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E7436-4D41-2877-75B0-A0075DED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CD3B3-DF0F-C54B-7744-BB8C7340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A7931-D3EC-5272-FEFB-8E82316C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A5B1F-0E77-0E51-EC05-2E7F49C9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1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946AF-8CEB-1CEC-A1BD-29B73BD0E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45BD2-E1AB-8089-B196-215500F14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E0BF4-F74D-7371-AEE4-4A0833A0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E7C5-FD63-B852-9DE7-DA6663D5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8DEC-DC80-07DC-4DD9-FBC53F9E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82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D6C14-AB17-F5B6-94BF-A7BC21ED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7C50-CE88-62C7-6CBB-E12583E66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F8A9-2F35-B2A5-A659-19D656155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8CEAE-AE17-AB45-A61D-0F2DEB1339FC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6773-FD1B-E0F2-6199-7B0317FDE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AA6E-7BC4-CF7A-70AA-2EFD8C01E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E3EE9-AA01-0C43-8104-C19D276A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5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OwsCZhfBlXqttmuMZYyf3DQh0Pwon62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F46D6-0A0E-5122-4A3B-F4E04911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518069-3E6C-058F-8D41-F1EB0A5A5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900B47-D3C9-59F1-D963-CF301892C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71E73-7EE5-A389-23E0-E1313555B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279F2-7F37-5206-86BD-2BF44B11E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F09634-BAAE-F5E4-6E58-B32386A6E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1D6B24-9840-12AB-71BE-FEED34552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0EE444-1856-F6CA-A089-73826A8BAD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-3"/>
          <a:stretch>
            <a:fillRect/>
          </a:stretch>
        </p:blipFill>
        <p:spPr>
          <a:xfrm>
            <a:off x="427790" y="1056422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E9526D-A401-7DB0-F498-AE877F3187E3}"/>
              </a:ext>
            </a:extLst>
          </p:cNvPr>
          <p:cNvSpPr txBox="1"/>
          <p:nvPr/>
        </p:nvSpPr>
        <p:spPr>
          <a:xfrm>
            <a:off x="6007230" y="610146"/>
            <a:ext cx="555804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Powered Quality Supervisor </a:t>
            </a:r>
          </a:p>
          <a:p>
            <a:r>
              <a:rPr lang="en-CA" sz="2400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keeps AI agents on track </a:t>
            </a:r>
            <a:r>
              <a:rPr lang="en-CA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🔧</a:t>
            </a:r>
            <a:endParaRPr lang="en-US" sz="24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CD5A2C-7108-3848-92C5-ADB37F7F036C}"/>
              </a:ext>
            </a:extLst>
          </p:cNvPr>
          <p:cNvSpPr/>
          <p:nvPr/>
        </p:nvSpPr>
        <p:spPr>
          <a:xfrm>
            <a:off x="5829967" y="2977376"/>
            <a:ext cx="81437" cy="137864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AD9135C9-1C10-7BEA-81A7-507092A094E2}"/>
              </a:ext>
            </a:extLst>
          </p:cNvPr>
          <p:cNvSpPr txBox="1">
            <a:spLocks/>
          </p:cNvSpPr>
          <p:nvPr/>
        </p:nvSpPr>
        <p:spPr>
          <a:xfrm>
            <a:off x="6096001" y="1717288"/>
            <a:ext cx="5668206" cy="4822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AI agents make mistakes. They hallucinate, skip steps, and drift — silently, in production, where traditional QE cannot reach.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AI Warden is a supervisor agent that watches your AI agents work in real time, catches drift the moment it happens and brings a human quality engineer in to approve the fix.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Beyond agent supervision — the same intelligence extends across your entire SDLC. Requirements. Pipelines. Deployments. Making quality engineering a continuous platform capability, not a phase in a process.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One warden. Every layer. Always watching.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Code has unit tests. AI agents have AI Warden.</a:t>
            </a:r>
          </a:p>
        </p:txBody>
      </p:sp>
    </p:spTree>
    <p:extLst>
      <p:ext uri="{BB962C8B-B14F-4D97-AF65-F5344CB8AC3E}">
        <p14:creationId xmlns:p14="http://schemas.microsoft.com/office/powerpoint/2010/main" val="255873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51A7D-ACB3-994D-523D-41FCBF12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AE409D9-1553-388D-789A-9452E2E8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96"/>
          <a:stretch>
            <a:fillRect/>
          </a:stretch>
        </p:blipFill>
        <p:spPr>
          <a:xfrm>
            <a:off x="5760265" y="130111"/>
            <a:ext cx="6222185" cy="65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4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16148-4F29-6137-F905-CF59F393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697" y="78465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CD646-F845-30DC-D0D9-C0723205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https://drive.google.com/drive/folders/1OwsCZhfBlXqttmuMZYyf3DQh0Pwon62T?usp=sharing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0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143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Architecture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Sanjay Kimbahune</dc:creator>
  <cp:lastModifiedBy>Atharva Sanjay Kimbahune</cp:lastModifiedBy>
  <cp:revision>6</cp:revision>
  <dcterms:created xsi:type="dcterms:W3CDTF">2026-06-29T18:25:59Z</dcterms:created>
  <dcterms:modified xsi:type="dcterms:W3CDTF">2026-06-29T18:57:49Z</dcterms:modified>
</cp:coreProperties>
</file>